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2017/8/11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2017/8/11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2017/8/11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2017/8/11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2017/8/11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2017/8/11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2017/8/11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2017/8/11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2017/8/11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2017/8/11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2017/8/11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2017/8/11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27" y="44624"/>
            <a:ext cx="135015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/>
              <a:t>上綸</a:t>
            </a:r>
            <a:r>
              <a:rPr lang="en-US" altLang="zh-TW" sz="1600" dirty="0" smtClean="0"/>
              <a:t>ERP</a:t>
            </a:r>
          </a:p>
          <a:p>
            <a:pPr algn="ctr"/>
            <a:r>
              <a:rPr lang="en-US" altLang="zh-TW" sz="1600" dirty="0" smtClean="0"/>
              <a:t>DB</a:t>
            </a:r>
            <a:endParaRPr lang="zh-TW" altLang="en-US" sz="1600" dirty="0"/>
          </a:p>
        </p:txBody>
      </p:sp>
      <p:sp>
        <p:nvSpPr>
          <p:cNvPr id="5" name="流程圖: 資料 4"/>
          <p:cNvSpPr/>
          <p:nvPr/>
        </p:nvSpPr>
        <p:spPr>
          <a:xfrm>
            <a:off x="1763688" y="-27384"/>
            <a:ext cx="1080120" cy="720080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View</a:t>
            </a:r>
            <a:endParaRPr lang="zh-TW" altLang="en-US" sz="1600" dirty="0"/>
          </a:p>
        </p:txBody>
      </p:sp>
      <p:sp>
        <p:nvSpPr>
          <p:cNvPr id="6" name="矩形 5"/>
          <p:cNvSpPr/>
          <p:nvPr/>
        </p:nvSpPr>
        <p:spPr>
          <a:xfrm>
            <a:off x="3203848" y="44624"/>
            <a:ext cx="135015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/>
              <a:t>自動</a:t>
            </a:r>
            <a:r>
              <a:rPr lang="zh-TW" altLang="en-US" sz="1600" dirty="0" smtClean="0"/>
              <a:t>排</a:t>
            </a:r>
            <a:r>
              <a:rPr lang="zh-TW" altLang="en-US" sz="1600" dirty="0"/>
              <a:t>缸</a:t>
            </a:r>
            <a:endParaRPr lang="en-US" altLang="zh-TW" sz="1600" dirty="0" smtClean="0"/>
          </a:p>
          <a:p>
            <a:pPr algn="ctr"/>
            <a:r>
              <a:rPr lang="zh-TW" altLang="en-US" sz="1600" dirty="0"/>
              <a:t>系統</a:t>
            </a:r>
          </a:p>
        </p:txBody>
      </p:sp>
      <p:sp>
        <p:nvSpPr>
          <p:cNvPr id="7" name="流程圖: 資料 6"/>
          <p:cNvSpPr/>
          <p:nvPr/>
        </p:nvSpPr>
        <p:spPr>
          <a:xfrm>
            <a:off x="3203848" y="1196752"/>
            <a:ext cx="1080120" cy="720080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View</a:t>
            </a:r>
            <a:endParaRPr lang="zh-TW" altLang="en-US" sz="1600" dirty="0"/>
          </a:p>
        </p:txBody>
      </p:sp>
      <p:cxnSp>
        <p:nvCxnSpPr>
          <p:cNvPr id="9" name="直線單箭頭接點 8"/>
          <p:cNvCxnSpPr>
            <a:stCxn id="4" idx="3"/>
            <a:endCxn id="5" idx="2"/>
          </p:cNvCxnSpPr>
          <p:nvPr/>
        </p:nvCxnSpPr>
        <p:spPr>
          <a:xfrm>
            <a:off x="1353277" y="332656"/>
            <a:ext cx="518423" cy="0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5" idx="5"/>
            <a:endCxn id="6" idx="1"/>
          </p:cNvCxnSpPr>
          <p:nvPr/>
        </p:nvCxnSpPr>
        <p:spPr>
          <a:xfrm>
            <a:off x="2735796" y="332656"/>
            <a:ext cx="468052" cy="0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6" idx="2"/>
            <a:endCxn id="7" idx="0"/>
          </p:cNvCxnSpPr>
          <p:nvPr/>
        </p:nvCxnSpPr>
        <p:spPr>
          <a:xfrm flipH="1">
            <a:off x="3851920" y="620688"/>
            <a:ext cx="27003" cy="576064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7" idx="2"/>
            <a:endCxn id="4" idx="2"/>
          </p:cNvCxnSpPr>
          <p:nvPr/>
        </p:nvCxnSpPr>
        <p:spPr>
          <a:xfrm flipH="1" flipV="1">
            <a:off x="678202" y="620688"/>
            <a:ext cx="2633658" cy="936104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5004048" y="44624"/>
            <a:ext cx="2160240" cy="15542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/>
              <a:t>待完成</a:t>
            </a:r>
            <a:r>
              <a:rPr lang="zh-TW" altLang="en-US" sz="1600" dirty="0"/>
              <a:t>工單</a:t>
            </a:r>
            <a:r>
              <a:rPr lang="zh-TW" altLang="en-US" sz="1600" dirty="0" smtClean="0"/>
              <a:t>經過</a:t>
            </a:r>
            <a:endParaRPr lang="en-US" altLang="zh-TW" sz="1600" dirty="0" smtClean="0"/>
          </a:p>
          <a:p>
            <a:pPr algn="ctr"/>
            <a:r>
              <a:rPr lang="zh-TW" altLang="en-US" sz="1600" dirty="0" smtClean="0"/>
              <a:t>開卡日</a:t>
            </a:r>
            <a:r>
              <a:rPr lang="en-US" altLang="zh-TW" sz="1600" dirty="0" smtClean="0"/>
              <a:t>[</a:t>
            </a:r>
            <a:r>
              <a:rPr lang="zh-TW" altLang="en-US" sz="1600" dirty="0" smtClean="0"/>
              <a:t>過去</a:t>
            </a:r>
            <a:r>
              <a:rPr lang="en-US" altLang="zh-TW" sz="1600" dirty="0" smtClean="0"/>
              <a:t>-&gt;</a:t>
            </a:r>
            <a:r>
              <a:rPr lang="zh-TW" altLang="en-US" sz="1600" dirty="0"/>
              <a:t>現在</a:t>
            </a:r>
            <a:r>
              <a:rPr lang="en-US" altLang="zh-TW" sz="1600" dirty="0" smtClean="0"/>
              <a:t>]</a:t>
            </a:r>
          </a:p>
          <a:p>
            <a:pPr algn="ctr"/>
            <a:r>
              <a:rPr lang="zh-TW" altLang="en-US" sz="1600" dirty="0" smtClean="0"/>
              <a:t>完成日</a:t>
            </a:r>
            <a:r>
              <a:rPr lang="en-US" altLang="zh-TW" sz="1600" dirty="0" smtClean="0"/>
              <a:t>-</a:t>
            </a:r>
            <a:r>
              <a:rPr lang="zh-TW" altLang="en-US" sz="1600" dirty="0" smtClean="0"/>
              <a:t>開卡日</a:t>
            </a:r>
            <a:r>
              <a:rPr lang="en-US" altLang="zh-TW" sz="1600" dirty="0" smtClean="0"/>
              <a:t>[</a:t>
            </a:r>
            <a:r>
              <a:rPr lang="zh-TW" altLang="en-US" sz="1600" dirty="0" smtClean="0"/>
              <a:t>小</a:t>
            </a:r>
            <a:r>
              <a:rPr lang="en-US" altLang="zh-TW" sz="1600" dirty="0" smtClean="0"/>
              <a:t>-&gt;</a:t>
            </a:r>
            <a:r>
              <a:rPr lang="zh-TW" altLang="en-US" sz="1600" dirty="0" smtClean="0"/>
              <a:t>大</a:t>
            </a:r>
            <a:r>
              <a:rPr lang="en-US" altLang="zh-TW" sz="1600" dirty="0" smtClean="0"/>
              <a:t>]</a:t>
            </a:r>
          </a:p>
          <a:p>
            <a:pPr algn="ctr"/>
            <a:r>
              <a:rPr lang="zh-TW" altLang="en-US" sz="1600" dirty="0" smtClean="0"/>
              <a:t>顏色</a:t>
            </a:r>
            <a:r>
              <a:rPr lang="en-US" altLang="zh-TW" sz="1600" dirty="0" smtClean="0"/>
              <a:t>[</a:t>
            </a:r>
            <a:r>
              <a:rPr lang="zh-TW" altLang="en-US" sz="1600" dirty="0" smtClean="0"/>
              <a:t>淺到深</a:t>
            </a:r>
            <a:r>
              <a:rPr lang="en-US" altLang="zh-TW" sz="1600" dirty="0" smtClean="0"/>
              <a:t>]</a:t>
            </a:r>
          </a:p>
          <a:p>
            <a:pPr algn="ctr"/>
            <a:r>
              <a:rPr lang="zh-TW" altLang="en-US" sz="1600" dirty="0" smtClean="0"/>
              <a:t>投胚量</a:t>
            </a:r>
            <a:r>
              <a:rPr lang="en-US" altLang="zh-TW" sz="1600" dirty="0" smtClean="0"/>
              <a:t>[</a:t>
            </a:r>
            <a:r>
              <a:rPr lang="zh-TW" altLang="en-US" sz="1600" dirty="0" smtClean="0"/>
              <a:t>大</a:t>
            </a:r>
            <a:r>
              <a:rPr lang="en-US" altLang="zh-TW" sz="1600" dirty="0" smtClean="0"/>
              <a:t>-&gt;</a:t>
            </a:r>
            <a:r>
              <a:rPr lang="zh-TW" altLang="en-US" sz="1600" dirty="0" smtClean="0"/>
              <a:t>小</a:t>
            </a:r>
            <a:r>
              <a:rPr lang="en-US" altLang="zh-TW" sz="1600" dirty="0" smtClean="0"/>
              <a:t>]</a:t>
            </a:r>
            <a:r>
              <a:rPr lang="zh-TW" altLang="en-US" sz="1600" dirty="0" smtClean="0"/>
              <a:t>排序</a:t>
            </a:r>
            <a:endParaRPr lang="en-US" altLang="zh-TW" sz="1600" dirty="0" smtClean="0"/>
          </a:p>
          <a:p>
            <a:pPr algn="ctr"/>
            <a:r>
              <a:rPr lang="zh-TW" altLang="en-US" sz="1600" dirty="0" smtClean="0"/>
              <a:t>總時數不超過</a:t>
            </a:r>
            <a:r>
              <a:rPr lang="en-US" altLang="zh-TW" sz="1600" dirty="0" smtClean="0"/>
              <a:t>624</a:t>
            </a:r>
            <a:r>
              <a:rPr lang="zh-TW" altLang="en-US" sz="1600" dirty="0" smtClean="0"/>
              <a:t>小時</a:t>
            </a:r>
            <a:endParaRPr lang="zh-TW" altLang="en-US" sz="1600" dirty="0"/>
          </a:p>
        </p:txBody>
      </p:sp>
      <p:sp>
        <p:nvSpPr>
          <p:cNvPr id="2" name="流程圖: 決策 1"/>
          <p:cNvSpPr/>
          <p:nvPr/>
        </p:nvSpPr>
        <p:spPr>
          <a:xfrm>
            <a:off x="4788023" y="3026830"/>
            <a:ext cx="2520280" cy="105024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/>
              <a:t>工單投胚量與染缸容量比較</a:t>
            </a:r>
            <a:endParaRPr lang="en-US" altLang="zh-TW" sz="1600" dirty="0" smtClean="0"/>
          </a:p>
        </p:txBody>
      </p:sp>
      <p:cxnSp>
        <p:nvCxnSpPr>
          <p:cNvPr id="12" name="直線單箭頭接點 11"/>
          <p:cNvCxnSpPr>
            <a:stCxn id="11" idx="2"/>
            <a:endCxn id="28" idx="0"/>
          </p:cNvCxnSpPr>
          <p:nvPr/>
        </p:nvCxnSpPr>
        <p:spPr>
          <a:xfrm flipH="1">
            <a:off x="6048164" y="1598922"/>
            <a:ext cx="36004" cy="285222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5088518" y="1884144"/>
            <a:ext cx="1919291" cy="7154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/>
              <a:t>染缸經過</a:t>
            </a:r>
            <a:endParaRPr lang="en-US" altLang="zh-TW" sz="1600" dirty="0" smtClean="0"/>
          </a:p>
          <a:p>
            <a:pPr algn="ctr"/>
            <a:r>
              <a:rPr lang="zh-TW" altLang="en-US" sz="1600" dirty="0" smtClean="0"/>
              <a:t>缸容量</a:t>
            </a:r>
            <a:r>
              <a:rPr lang="en-US" altLang="zh-TW" sz="1600" dirty="0" smtClean="0"/>
              <a:t>[</a:t>
            </a:r>
            <a:r>
              <a:rPr lang="zh-TW" altLang="en-US" sz="1600" dirty="0" smtClean="0"/>
              <a:t>小</a:t>
            </a:r>
            <a:r>
              <a:rPr lang="en-US" altLang="zh-TW" sz="1600" dirty="0" smtClean="0"/>
              <a:t>-&gt;</a:t>
            </a:r>
            <a:r>
              <a:rPr lang="zh-TW" altLang="en-US" sz="1600" dirty="0" smtClean="0"/>
              <a:t>大</a:t>
            </a:r>
            <a:r>
              <a:rPr lang="en-US" altLang="zh-TW" sz="1600" dirty="0" smtClean="0"/>
              <a:t>]</a:t>
            </a:r>
            <a:r>
              <a:rPr lang="zh-TW" altLang="en-US" sz="1600" dirty="0" smtClean="0"/>
              <a:t>排序</a:t>
            </a:r>
            <a:endParaRPr lang="en-US" altLang="zh-TW" sz="1600" dirty="0" smtClean="0"/>
          </a:p>
          <a:p>
            <a:pPr algn="ctr"/>
            <a:r>
              <a:rPr lang="zh-TW" altLang="en-US" sz="1600" dirty="0" smtClean="0"/>
              <a:t>碼長</a:t>
            </a:r>
            <a:r>
              <a:rPr lang="en-US" altLang="zh-TW" sz="1600" dirty="0"/>
              <a:t>[</a:t>
            </a:r>
            <a:r>
              <a:rPr lang="zh-TW" altLang="en-US" sz="1600" dirty="0"/>
              <a:t>小</a:t>
            </a:r>
            <a:r>
              <a:rPr lang="en-US" altLang="zh-TW" sz="1600" dirty="0"/>
              <a:t>-&gt;</a:t>
            </a:r>
            <a:r>
              <a:rPr lang="zh-TW" altLang="en-US" sz="1600" dirty="0"/>
              <a:t>大</a:t>
            </a:r>
            <a:r>
              <a:rPr lang="en-US" altLang="zh-TW" sz="1600" dirty="0"/>
              <a:t>]</a:t>
            </a:r>
            <a:r>
              <a:rPr lang="zh-TW" altLang="en-US" sz="1600" dirty="0"/>
              <a:t>排序</a:t>
            </a:r>
            <a:endParaRPr lang="en-US" altLang="zh-TW" sz="1600" dirty="0"/>
          </a:p>
        </p:txBody>
      </p:sp>
      <p:cxnSp>
        <p:nvCxnSpPr>
          <p:cNvPr id="31" name="直線單箭頭接點 30"/>
          <p:cNvCxnSpPr>
            <a:stCxn id="28" idx="2"/>
            <a:endCxn id="2" idx="0"/>
          </p:cNvCxnSpPr>
          <p:nvPr/>
        </p:nvCxnSpPr>
        <p:spPr>
          <a:xfrm flipH="1">
            <a:off x="6048163" y="2599564"/>
            <a:ext cx="1" cy="427266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stCxn id="2" idx="2"/>
            <a:endCxn id="45" idx="0"/>
          </p:cNvCxnSpPr>
          <p:nvPr/>
        </p:nvCxnSpPr>
        <p:spPr>
          <a:xfrm>
            <a:off x="6048163" y="4077072"/>
            <a:ext cx="0" cy="461926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2195736" y="3299923"/>
            <a:ext cx="1415235" cy="561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/>
              <a:t>工單分</a:t>
            </a:r>
            <a:r>
              <a:rPr lang="en-US" altLang="zh-TW" sz="1600" dirty="0" smtClean="0"/>
              <a:t>n</a:t>
            </a:r>
            <a:r>
              <a:rPr lang="zh-TW" altLang="en-US" sz="1600" dirty="0" smtClean="0"/>
              <a:t>次染</a:t>
            </a:r>
            <a:endParaRPr lang="en-US" altLang="zh-TW" sz="1600" dirty="0" smtClean="0"/>
          </a:p>
          <a:p>
            <a:pPr algn="ctr"/>
            <a:r>
              <a:rPr lang="zh-TW" altLang="en-US" sz="1600" dirty="0" smtClean="0"/>
              <a:t>投胚量</a:t>
            </a:r>
            <a:r>
              <a:rPr lang="en-US" altLang="zh-TW" sz="1600" smtClean="0"/>
              <a:t>*1/n</a:t>
            </a:r>
            <a:endParaRPr lang="zh-TW" altLang="en-US" sz="1600" dirty="0"/>
          </a:p>
        </p:txBody>
      </p:sp>
      <p:cxnSp>
        <p:nvCxnSpPr>
          <p:cNvPr id="36" name="直線單箭頭接點 35"/>
          <p:cNvCxnSpPr>
            <a:stCxn id="2" idx="1"/>
            <a:endCxn id="35" idx="3"/>
          </p:cNvCxnSpPr>
          <p:nvPr/>
        </p:nvCxnSpPr>
        <p:spPr>
          <a:xfrm flipH="1">
            <a:off x="3610971" y="3551951"/>
            <a:ext cx="1177052" cy="28535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/>
          <p:cNvSpPr txBox="1"/>
          <p:nvPr/>
        </p:nvSpPr>
        <p:spPr>
          <a:xfrm>
            <a:off x="3779912" y="2857496"/>
            <a:ext cx="9925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 smtClean="0"/>
              <a:t>工單</a:t>
            </a:r>
            <a:r>
              <a:rPr lang="en-US" altLang="zh-TW" sz="1400" dirty="0" smtClean="0"/>
              <a:t>&gt;</a:t>
            </a:r>
            <a:r>
              <a:rPr lang="zh-TW" altLang="en-US" sz="1400" dirty="0" smtClean="0"/>
              <a:t>缸容</a:t>
            </a:r>
            <a:endParaRPr lang="en-US" altLang="zh-TW" sz="1400" dirty="0" smtClean="0"/>
          </a:p>
          <a:p>
            <a:r>
              <a:rPr lang="en-US" altLang="zh-TW" sz="1400" dirty="0" smtClean="0"/>
              <a:t>n=1</a:t>
            </a:r>
          </a:p>
          <a:p>
            <a:r>
              <a:rPr lang="en-US" altLang="zh-TW" sz="1400" dirty="0" smtClean="0"/>
              <a:t>n=n+1</a:t>
            </a:r>
            <a:endParaRPr lang="zh-TW" altLang="en-US" sz="1400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6015230" y="4049857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 smtClean="0"/>
              <a:t>工單</a:t>
            </a:r>
            <a:r>
              <a:rPr lang="en-US" altLang="zh-TW" sz="1400" dirty="0" smtClean="0"/>
              <a:t>&lt;=</a:t>
            </a:r>
            <a:r>
              <a:rPr lang="zh-TW" altLang="en-US" sz="1400" dirty="0" smtClean="0"/>
              <a:t>缸</a:t>
            </a:r>
            <a:r>
              <a:rPr lang="zh-TW" altLang="en-US" sz="1400" dirty="0" smtClean="0"/>
              <a:t>容</a:t>
            </a:r>
            <a:endParaRPr lang="zh-TW" altLang="en-US" sz="1400" dirty="0"/>
          </a:p>
        </p:txBody>
      </p:sp>
      <p:sp>
        <p:nvSpPr>
          <p:cNvPr id="45" name="流程圖: 決策 44"/>
          <p:cNvSpPr/>
          <p:nvPr/>
        </p:nvSpPr>
        <p:spPr>
          <a:xfrm>
            <a:off x="4788023" y="4538998"/>
            <a:ext cx="2520280" cy="105024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/>
              <a:t>工單碼長與染缸碼長比較</a:t>
            </a:r>
            <a:endParaRPr lang="en-US" altLang="zh-TW" sz="1600" dirty="0" smtClean="0"/>
          </a:p>
        </p:txBody>
      </p:sp>
      <p:cxnSp>
        <p:nvCxnSpPr>
          <p:cNvPr id="51" name="肘形接點 50"/>
          <p:cNvCxnSpPr>
            <a:stCxn id="45" idx="3"/>
            <a:endCxn id="2" idx="3"/>
          </p:cNvCxnSpPr>
          <p:nvPr/>
        </p:nvCxnSpPr>
        <p:spPr>
          <a:xfrm flipV="1">
            <a:off x="7308303" y="3551951"/>
            <a:ext cx="12700" cy="1512168"/>
          </a:xfrm>
          <a:prstGeom prst="bentConnector3">
            <a:avLst>
              <a:gd name="adj1" fmla="val 2353843"/>
            </a:avLst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字方塊 52"/>
          <p:cNvSpPr txBox="1"/>
          <p:nvPr/>
        </p:nvSpPr>
        <p:spPr>
          <a:xfrm>
            <a:off x="7541795" y="3895968"/>
            <a:ext cx="17107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 smtClean="0"/>
              <a:t>工單碼長</a:t>
            </a:r>
            <a:r>
              <a:rPr lang="en-US" altLang="zh-TW" sz="1400" dirty="0" smtClean="0"/>
              <a:t>&gt;</a:t>
            </a:r>
            <a:r>
              <a:rPr lang="zh-TW" altLang="en-US" sz="1400" dirty="0" smtClean="0"/>
              <a:t>染缸碼</a:t>
            </a:r>
            <a:r>
              <a:rPr lang="zh-TW" altLang="en-US" sz="1400" dirty="0"/>
              <a:t>長</a:t>
            </a:r>
            <a:endParaRPr lang="en-US" altLang="zh-TW" sz="1400" dirty="0" smtClean="0"/>
          </a:p>
          <a:p>
            <a:r>
              <a:rPr lang="zh-TW" altLang="en-US" sz="1400" dirty="0" smtClean="0"/>
              <a:t>加註記避過該缸容</a:t>
            </a:r>
            <a:endParaRPr lang="zh-TW" altLang="en-US" sz="1400" dirty="0"/>
          </a:p>
        </p:txBody>
      </p:sp>
      <p:cxnSp>
        <p:nvCxnSpPr>
          <p:cNvPr id="55" name="肘形接點 54"/>
          <p:cNvCxnSpPr>
            <a:stCxn id="35" idx="0"/>
            <a:endCxn id="2" idx="0"/>
          </p:cNvCxnSpPr>
          <p:nvPr/>
        </p:nvCxnSpPr>
        <p:spPr>
          <a:xfrm rot="5400000" flipH="1" flipV="1">
            <a:off x="4339212" y="1590973"/>
            <a:ext cx="273093" cy="3144809"/>
          </a:xfrm>
          <a:prstGeom prst="bentConnector3">
            <a:avLst>
              <a:gd name="adj1" fmla="val 183708"/>
            </a:avLst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/>
          <p:cNvSpPr txBox="1"/>
          <p:nvPr/>
        </p:nvSpPr>
        <p:spPr>
          <a:xfrm>
            <a:off x="3563888" y="2473151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 smtClean="0"/>
              <a:t>加註</a:t>
            </a:r>
            <a:r>
              <a:rPr lang="en-US" altLang="zh-TW" sz="1400" dirty="0" smtClean="0"/>
              <a:t>n</a:t>
            </a:r>
            <a:r>
              <a:rPr lang="zh-TW" altLang="en-US" sz="1400" dirty="0" smtClean="0"/>
              <a:t>次染程</a:t>
            </a:r>
            <a:endParaRPr lang="zh-TW" altLang="en-US" sz="14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179512" y="3569371"/>
            <a:ext cx="1571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備註</a:t>
            </a:r>
            <a:endParaRPr lang="en-US" altLang="zh-TW" dirty="0" smtClean="0"/>
          </a:p>
          <a:p>
            <a:r>
              <a:rPr lang="zh-TW" altLang="en-US" dirty="0" smtClean="0"/>
              <a:t>每缸不可</a:t>
            </a:r>
            <a:r>
              <a:rPr lang="en-US" altLang="zh-TW" dirty="0" smtClean="0"/>
              <a:t>&gt;4</a:t>
            </a:r>
            <a:r>
              <a:rPr lang="zh-TW" altLang="en-US" dirty="0"/>
              <a:t>次</a:t>
            </a:r>
            <a:endParaRPr lang="zh-TW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5088518" y="6050183"/>
            <a:ext cx="1919291" cy="7154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/>
              <a:t>染缸標註</a:t>
            </a:r>
            <a:r>
              <a:rPr lang="en-US" altLang="zh-TW" sz="1600" dirty="0" smtClean="0"/>
              <a:t>n</a:t>
            </a:r>
            <a:r>
              <a:rPr lang="zh-TW" altLang="en-US" sz="1600" dirty="0" smtClean="0"/>
              <a:t>次</a:t>
            </a:r>
            <a:endParaRPr lang="en-US" altLang="zh-TW" sz="1600" dirty="0" smtClean="0"/>
          </a:p>
          <a:p>
            <a:pPr algn="ctr"/>
            <a:r>
              <a:rPr lang="zh-TW" altLang="en-US" sz="1600" dirty="0" smtClean="0"/>
              <a:t>完成該工單排</a:t>
            </a:r>
            <a:r>
              <a:rPr lang="zh-TW" altLang="en-US" sz="1600" dirty="0"/>
              <a:t>缸</a:t>
            </a:r>
            <a:endParaRPr lang="en-US" altLang="zh-TW" sz="1600" dirty="0"/>
          </a:p>
        </p:txBody>
      </p:sp>
      <p:cxnSp>
        <p:nvCxnSpPr>
          <p:cNvPr id="29" name="直線單箭頭接點 28"/>
          <p:cNvCxnSpPr>
            <a:stCxn id="45" idx="2"/>
            <a:endCxn id="27" idx="0"/>
          </p:cNvCxnSpPr>
          <p:nvPr/>
        </p:nvCxnSpPr>
        <p:spPr>
          <a:xfrm>
            <a:off x="6048163" y="5589240"/>
            <a:ext cx="1" cy="460943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6012160" y="5569495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/>
              <a:t>工單碼</a:t>
            </a:r>
            <a:r>
              <a:rPr lang="zh-TW" altLang="en-US" sz="1400" dirty="0" smtClean="0"/>
              <a:t>長</a:t>
            </a:r>
            <a:r>
              <a:rPr lang="en-US" altLang="zh-TW" sz="1400" dirty="0" smtClean="0"/>
              <a:t>&lt;=</a:t>
            </a:r>
            <a:r>
              <a:rPr lang="zh-TW" altLang="en-US" sz="1400" dirty="0" smtClean="0"/>
              <a:t>染缸</a:t>
            </a:r>
            <a:r>
              <a:rPr lang="zh-TW" altLang="en-US" sz="1400" dirty="0"/>
              <a:t>碼長</a:t>
            </a:r>
            <a:endParaRPr lang="en-US" altLang="zh-TW" sz="1400" dirty="0"/>
          </a:p>
        </p:txBody>
      </p:sp>
    </p:spTree>
    <p:extLst>
      <p:ext uri="{BB962C8B-B14F-4D97-AF65-F5344CB8AC3E}">
        <p14:creationId xmlns:p14="http://schemas.microsoft.com/office/powerpoint/2010/main" val="3857991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7791</TotalTime>
  <Words>162</Words>
  <Application>Microsoft Office PowerPoint</Application>
  <PresentationFormat>如螢幕大小 (4:3)</PresentationFormat>
  <Paragraphs>31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新細明體</vt:lpstr>
      <vt:lpstr>Arial</vt:lpstr>
      <vt:lpstr>Calibri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Black</dc:creator>
  <cp:lastModifiedBy>sylin.1346</cp:lastModifiedBy>
  <cp:revision>22</cp:revision>
  <dcterms:created xsi:type="dcterms:W3CDTF">2017-08-07T15:03:52Z</dcterms:created>
  <dcterms:modified xsi:type="dcterms:W3CDTF">2017-08-14T00:32:26Z</dcterms:modified>
</cp:coreProperties>
</file>